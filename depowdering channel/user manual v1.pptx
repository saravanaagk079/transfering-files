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61" r:id="rId6"/>
    <p:sldId id="260" r:id="rId7"/>
    <p:sldId id="264" r:id="rId8"/>
    <p:sldId id="265" r:id="rId9"/>
    <p:sldId id="278" r:id="rId10"/>
    <p:sldId id="266" r:id="rId11"/>
    <p:sldId id="279" r:id="rId12"/>
    <p:sldId id="267" r:id="rId13"/>
    <p:sldId id="280" r:id="rId14"/>
    <p:sldId id="268" r:id="rId15"/>
    <p:sldId id="259" r:id="rId16"/>
    <p:sldId id="258" r:id="rId17"/>
    <p:sldId id="281" r:id="rId18"/>
    <p:sldId id="269" r:id="rId19"/>
    <p:sldId id="270" r:id="rId20"/>
    <p:sldId id="271" r:id="rId21"/>
    <p:sldId id="282" r:id="rId22"/>
    <p:sldId id="274" r:id="rId23"/>
    <p:sldId id="272" r:id="rId24"/>
    <p:sldId id="283" r:id="rId25"/>
    <p:sldId id="273" r:id="rId26"/>
    <p:sldId id="284" r:id="rId27"/>
    <p:sldId id="285" r:id="rId28"/>
    <p:sldId id="286" r:id="rId29"/>
    <p:sldId id="287" r:id="rId30"/>
    <p:sldId id="275" r:id="rId31"/>
    <p:sldId id="288" r:id="rId32"/>
    <p:sldId id="276" r:id="rId33"/>
    <p:sldId id="289" r:id="rId34"/>
    <p:sldId id="277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2:56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413 46 9830,'-6'-3'118,"0"-1"0,0 1-1,-1 0 1,1 0 0,-1 1 0,0 0-1,0 0 1,0 1 0,1-1 0,-1 2-1,0-1 1,-1 1 0,-7 0 0,-23-3 426,8-2-165,14 1-178,-1 1 1,1 1-1,-1 0 0,1 2 1,-1 0-1,-21 2 1,35-1-132,0 0 1,0 1-1,0-1 1,0 0 0,0 1-1,1 0 1,-1 0-1,0 0 1,1 0-1,0 0 1,-1 0 0,1 0-1,0 1 1,0-1-1,0 1 1,1 0-1,-1-1 1,1 1 0,-1 0-1,1 0 1,0 0-1,0 0 1,0 0-1,1 0 1,-1 5 0,-2 11 289,1 0 1,0 0-1,2 21 1,0-19-70,0 70 772,-1 39 1087,-22 174 0,11-215-1283,5 0 1,3 0 0,10 106 0,-4-186-868,0 0 0,0 0 0,1-1 0,0 1 0,1-1 0,0 1 0,0-1 0,1 0 0,0-1 0,0 1 0,1-1 0,0 0 0,0-1 0,1 1 0,0-1 0,14 10 0,0-1 0,0-2 0,0 0 0,1-2 0,1 0 0,24 8 0,-27-13 0,1-2 0,0 0 0,-1-1 0,35 0 0,-28-2 0,52 10 0,-43-6 0,0-1 0,1-1 0,-1-2 0,50-6 0,-74 4-105,-1-2-1,1 1 1,-1-1 0,0-1 0,0 0 0,0-1 0,0 0 0,-1-1 0,0 0 0,0 0 0,0-1-1,11-11 1,-4 3-146,-1-1 0,-1 0-1,0-2 1,-2 1 0,20-33 0,-27 38 59,-1 0 1,-1-1 0,0 0-1,0 0 1,-1 0 0,1-16-1,12-42-537,-12 61 584,-1-1 0,1 1 0,-1-1 0,-1 0 0,0 0 0,-1-1 0,0 1 0,-1 0 0,0 0 0,0-1 0,-1 1 0,-1 0 0,0 0 0,-1 0 0,0 0 0,0 0 0,-1 1 0,0 0-1,-1-1 1,-1 1 0,-10-14 0,-34-50-850,-43-71-628,82 125 1347,1-1 0,1 1-1,1-2 1,0 1 0,-6-38-1,11 42 69,-1-1 0,-1 1 0,0 0 0,-1 0 0,-1 1 0,-1-1 0,0 2 0,-2-1 0,1 1 0,-18-20 0,18 25 282,0 1-1,0 0 1,-1 0-1,-1 1 1,1 0-1,-1 1 1,0 0-1,-1 1 1,0 1-1,0-1 1,0 2-1,0 0 1,-1 0 0,-25-3-1,-94-16 1443,85 13-758,-1 2 0,-72-2 0,100 10-714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3:54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24478,'0'1257'0,"1019"-1257"0,-1019-1257 0,-1019 1257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5:31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24430,'0'987'0,"987"-987"0,-987-987 0,-987 987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A8C4-035F-6090-5164-88E7FCC6A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14A33-6B2A-D015-489A-8C0E29270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3195A-63DA-E306-8272-B0DA934B9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D7EB8-0195-7D6D-5EE5-9F920CD1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69D2B-6F9C-4C46-CD90-81D79490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63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37B6-BBC8-6CB4-75D5-93CD0E51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D5CED-07BB-F20F-8A57-E8F559CE0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E76E9-7DCF-B67E-299C-B1D5ED5C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15AD5-CC15-248F-7119-4D0701BA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B9D85-93AC-8DDF-124C-5AECC95F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05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64AE-25F6-5D20-4173-D6CD949B9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BA52B-1CAC-1DD9-C81A-20575ED74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9B9BE-9533-04D1-F68B-A35FB361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9D703-5255-5CA1-46A9-678CA42B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DDA98-D314-B8ED-7341-CA4F39A7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85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8CC3-DA7F-5C05-2E25-6D2CBA06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3F04A-DACE-65F5-13A4-3D60A3C53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FB18B-9B09-B64F-129C-30DF1B7B6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03F6E-7C2B-EFB5-7AA3-74FDF6FA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03405-C8CB-6EE0-9BD4-C981C75B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E8BB2-13CA-BB9F-A806-304A4BA6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63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96CF-F7A9-20AA-9637-A79C21D9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0A50D-63EE-F79F-AD1A-1A78969C8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808BB-A8E6-C2D3-CA49-C60505BD2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AC0CD5-7F72-8591-EAEB-EA83E632B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AC9AE-515F-A0A4-4A85-69658B6B8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1BDF8-BA39-C532-4A82-387B0B24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A1697-DB57-45DF-836A-97B54026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833CF-D306-620C-8366-BF6EFD9D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95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9348-DA59-0582-73C3-38F37FDF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47288-0B20-7059-CC16-65F823D8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7A5B6-7D73-C578-40D6-B27F5D04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6364D-DB0E-38AD-E9F4-7A8B1CF0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92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CCE9C-291D-9556-C1FB-160952FF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652267-C2AF-668B-A616-BD90BD7A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F3EE-CD33-3246-4B8C-35976D2AE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0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301D-630B-21DE-4168-9F9DCD91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5546B-1154-7558-D590-082BCFFA9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3DEF9-8BC0-815E-4D1D-6DE95B6C5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58147-19F4-2FB7-0E41-130851B1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CC9B9-33B0-43F2-EC28-39939F59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05CA2-A042-8EEC-4971-43B56A61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07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B4D3-A2AE-CE97-D446-3BA5C1D5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C6174-5D11-A3BC-A7AD-CB0491822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BB5B5-BC5C-9DD4-5951-F0386D457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046FA-78B6-E03A-A098-9E696C430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E409B-AF48-FB89-2365-9F9A3E69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78652-31A0-02FA-BC10-FCFA0DC0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12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7F33-95A8-D59D-E1D8-79841C14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4FC95-6F64-4BA6-300D-BFB53D940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1A5B9-3398-FFDC-6554-263E35F8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A1A4B-25B1-4F81-6CE5-6F5E7BC55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C7C53-CA0D-993D-9DBB-FB66F79C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488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80936-0133-F6C0-6CFB-2FCA75822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D3D55-A8CE-F815-8BD8-3B5F17642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96235-9D14-FDFD-AD22-DE5564E3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6D160-BA49-8B65-C2B0-4133AB89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6483D-1CEF-7F7C-230F-B537DBBC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63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2156D-ED93-449C-4405-6A3916D0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C5B0F-81FD-E2DB-BBD8-EDE3008B7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2B601-FEA6-8890-2434-147730195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46F3A-0204-42A5-9CD6-A65AE4B6730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CC02A-E124-990F-AB55-79D8AFEDB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2F42-D9AF-5544-2371-D0B45E164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1673A-FE44-492F-A621-CE1231EDF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0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6C15B1-6168-B2F4-D59F-6E9F781C6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0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3EF9-63E4-62A8-45F1-CEEB715A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03AA54-CFF2-8DBD-82C1-92A6DE00C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489" y="261257"/>
            <a:ext cx="7649021" cy="61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9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E490-9089-E100-2BED-48DA0044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FF770-8287-28CA-6757-DF51F741C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4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0518-EABF-8F98-4510-5C50E9C51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7ACB7-B6FA-9B8E-9A8E-BEDF3A7E1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827" y="0"/>
            <a:ext cx="9078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12AC-5FD2-928A-44E0-B4B1BD1D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DF571B-525B-3E2A-68B6-8C2D289EE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22E9724-289C-656E-160C-7462BE3363E5}"/>
              </a:ext>
            </a:extLst>
          </p:cNvPr>
          <p:cNvSpPr/>
          <p:nvPr/>
        </p:nvSpPr>
        <p:spPr>
          <a:xfrm>
            <a:off x="3060180" y="889020"/>
            <a:ext cx="1620000" cy="90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33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0772-0783-904D-73C0-1E444CC5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00E0D-8B9B-F02D-6C14-1906F00A4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50038-12EA-8CB5-74D0-946CB3C1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D030A9-4E68-9217-E4CC-B93459059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06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E097D-7682-7F12-8D03-694A64FC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3D105-1D5F-24CA-E746-FC762272E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48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02D0-BABC-A994-C848-9784E266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6F96E-1D6B-7F7D-49BE-8C939DE8F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D479991-CB6C-C4D9-81D6-273EED610952}"/>
              </a:ext>
            </a:extLst>
          </p:cNvPr>
          <p:cNvSpPr/>
          <p:nvPr/>
        </p:nvSpPr>
        <p:spPr>
          <a:xfrm>
            <a:off x="1114560" y="4686840"/>
            <a:ext cx="3780000" cy="90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682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4E15C-D760-2933-FB4E-A595D757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AE609-0226-FB33-2245-F9CB236CD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62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CAC8A-F02E-408D-93F3-B065978A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6D6CCC-14FD-EC23-5F22-4287B00F8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F5BA067-1B86-F199-C061-0FF7298138EA}"/>
              </a:ext>
            </a:extLst>
          </p:cNvPr>
          <p:cNvSpPr/>
          <p:nvPr/>
        </p:nvSpPr>
        <p:spPr>
          <a:xfrm>
            <a:off x="4271828" y="5023270"/>
            <a:ext cx="3780000" cy="90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086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E530-0FDE-6A20-050A-4EEDCDF6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BA7560-97DE-E5AC-9589-57F431620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18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54564-AF1E-55A6-F865-44E202A0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2749A-5B4C-6651-E728-B8FE784DD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8C94CF8-A811-122E-00E7-8D9635AB3470}"/>
              </a:ext>
            </a:extLst>
          </p:cNvPr>
          <p:cNvSpPr/>
          <p:nvPr/>
        </p:nvSpPr>
        <p:spPr>
          <a:xfrm>
            <a:off x="1149065" y="3349746"/>
            <a:ext cx="3780000" cy="90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465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53C47-2D40-85D7-B629-D84817C0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78D7-7284-5FFD-76CA-4712E50E1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5F6211A-6598-DBA0-F5BD-A41610BFD568}"/>
              </a:ext>
            </a:extLst>
          </p:cNvPr>
          <p:cNvSpPr/>
          <p:nvPr/>
        </p:nvSpPr>
        <p:spPr>
          <a:xfrm>
            <a:off x="9475920" y="1784520"/>
            <a:ext cx="540000" cy="54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197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51AC-08AB-D6D4-E7D5-C8737850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2BD5F-DCF6-8DB6-9966-A29E9BA15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52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E813-F5B3-B8AC-DA17-36C4A957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09EBD-B5D8-0AAC-2EA1-1EB312369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3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2B8ED-7FAE-2BA9-5992-2D1F8630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70E8A-0039-B820-AC46-2A2F73AA4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24848D9-98D5-22E3-697E-F486372408A7}"/>
              </a:ext>
            </a:extLst>
          </p:cNvPr>
          <p:cNvSpPr/>
          <p:nvPr/>
        </p:nvSpPr>
        <p:spPr>
          <a:xfrm>
            <a:off x="1140439" y="1995398"/>
            <a:ext cx="3780000" cy="90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67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488F-C1FE-86C4-3445-F2C45E95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7517A9-114E-AF7E-B6B7-20C3788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C656296-8330-C5B0-BD79-A48C50D89EAF}"/>
              </a:ext>
            </a:extLst>
          </p:cNvPr>
          <p:cNvSpPr/>
          <p:nvPr/>
        </p:nvSpPr>
        <p:spPr>
          <a:xfrm rot="1265400">
            <a:off x="6992251" y="2166656"/>
            <a:ext cx="1980000" cy="90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522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022F-CD4C-E5F9-815E-3D9C8EE6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64A34B-16D3-CA88-288C-65EF824AD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1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B2CC-6E87-1178-8EB3-4E0EF006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7CB0E5-0C17-412E-B06C-EE2096BFB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73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A3D1-5D4C-9048-A5B7-69E2ED0A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F1F57-578A-B99B-BA05-4EC3CA4ED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3CB6128-8652-52F1-C407-E6B7ACC3B0D5}"/>
              </a:ext>
            </a:extLst>
          </p:cNvPr>
          <p:cNvSpPr/>
          <p:nvPr/>
        </p:nvSpPr>
        <p:spPr>
          <a:xfrm rot="1265400">
            <a:off x="5456748" y="2106270"/>
            <a:ext cx="1980000" cy="90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824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64EB-58F4-CD72-FF78-870A0C2E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D7CBBE-9E45-5905-142E-03E81CC90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3CD9FF4-B99E-9D8F-A6F2-43F8EB6F2D21}"/>
              </a:ext>
            </a:extLst>
          </p:cNvPr>
          <p:cNvSpPr/>
          <p:nvPr/>
        </p:nvSpPr>
        <p:spPr>
          <a:xfrm>
            <a:off x="7602660" y="3686040"/>
            <a:ext cx="720000" cy="36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414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FCF5-A337-48B6-7A84-7512B77E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34B2A-8D73-3131-F0F0-104BB5ED1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18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38D3-5AF6-FCC3-DCFC-01156B3B0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EB370-E62C-6046-F993-84DA75B7A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CD39D9F-0669-F90C-6B96-57BEDDD8E7D3}"/>
              </a:ext>
            </a:extLst>
          </p:cNvPr>
          <p:cNvSpPr/>
          <p:nvPr/>
        </p:nvSpPr>
        <p:spPr>
          <a:xfrm>
            <a:off x="8367624" y="992038"/>
            <a:ext cx="2370433" cy="785003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872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95CAE-6753-0AF0-9979-27396292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C0129-E853-E8B5-9298-A4A42D419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21555C-5FAD-703A-77DA-165322B09078}"/>
                  </a:ext>
                </a:extLst>
              </p14:cNvPr>
              <p14:cNvContentPartPr/>
              <p14:nvPr/>
            </p14:nvContentPartPr>
            <p14:xfrm>
              <a:off x="9866649" y="1881217"/>
              <a:ext cx="379440" cy="518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21555C-5FAD-703A-77DA-165322B090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48649" y="1863577"/>
                <a:ext cx="415080" cy="5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1225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AA9D-183B-96B0-ED03-1ED9B81A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E2F81-E60D-478D-7E1B-094E92D5A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D21279C-3386-0C8E-1F72-7E741F30D336}"/>
              </a:ext>
            </a:extLst>
          </p:cNvPr>
          <p:cNvSpPr/>
          <p:nvPr/>
        </p:nvSpPr>
        <p:spPr>
          <a:xfrm>
            <a:off x="4073040" y="1895040"/>
            <a:ext cx="360000" cy="36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636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78077-F34C-1C6B-A120-6926C09A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C4F276-D518-E6D2-5039-E63758508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74FF177-4D76-B6A4-E7AA-09EC69C25402}"/>
              </a:ext>
            </a:extLst>
          </p:cNvPr>
          <p:cNvSpPr/>
          <p:nvPr/>
        </p:nvSpPr>
        <p:spPr>
          <a:xfrm>
            <a:off x="3193146" y="2671417"/>
            <a:ext cx="360000" cy="36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501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1C7C-0800-300F-9212-AB67F817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6693D-63DF-1488-2978-E7E8D6E80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5C7190-CC7C-6A16-3F7A-990416CDCAFB}"/>
                  </a:ext>
                </a:extLst>
              </p14:cNvPr>
              <p14:cNvContentPartPr/>
              <p14:nvPr/>
            </p14:nvContentPartPr>
            <p14:xfrm>
              <a:off x="3761049" y="2613817"/>
              <a:ext cx="367200" cy="452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5C7190-CC7C-6A16-3F7A-990416CDCA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4929" y="2607697"/>
                <a:ext cx="379440" cy="46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435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E5CA-BD4E-E15C-FB18-DD93B722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BECB3-08C3-4DCE-ED21-7FE0DE3FC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15F74A6-5B99-1DBF-68EB-D00BB8FAB144}"/>
              </a:ext>
            </a:extLst>
          </p:cNvPr>
          <p:cNvSpPr/>
          <p:nvPr/>
        </p:nvSpPr>
        <p:spPr>
          <a:xfrm>
            <a:off x="7663044" y="3004553"/>
            <a:ext cx="720000" cy="36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269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9465-3DE6-B3B5-D88D-942AB729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F61291-A9B8-902B-0B80-F04DD42CB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80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39165-E56F-EF8C-D86F-035F0E2F6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B29BC-AF7B-F5C9-0441-D895005E4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8D63390-4B63-146E-55CB-79AE52627176}"/>
              </a:ext>
            </a:extLst>
          </p:cNvPr>
          <p:cNvSpPr/>
          <p:nvPr/>
        </p:nvSpPr>
        <p:spPr>
          <a:xfrm>
            <a:off x="9808234" y="6090248"/>
            <a:ext cx="777967" cy="767751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483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A06B1-24E3-071F-DCA8-1981443D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66DA2-8D7D-3E73-6421-BA0E77F2B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3188A37-3545-55B6-7694-13A01FDCD4A4}"/>
                  </a:ext>
                </a:extLst>
              </p14:cNvPr>
              <p14:cNvContentPartPr/>
              <p14:nvPr/>
            </p14:nvContentPartPr>
            <p14:xfrm>
              <a:off x="7448958" y="1784446"/>
              <a:ext cx="355542" cy="355542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3188A37-3545-55B6-7694-13A01FDCD4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2840" y="1778328"/>
                <a:ext cx="367777" cy="367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5212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F864-2E2E-4336-C4A0-8D14DB00D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F62EDC-725A-24AC-7378-920B72B04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8F0A332-3BD3-CCBC-192D-4C86E3C5B319}"/>
              </a:ext>
            </a:extLst>
          </p:cNvPr>
          <p:cNvSpPr/>
          <p:nvPr/>
        </p:nvSpPr>
        <p:spPr>
          <a:xfrm>
            <a:off x="7719236" y="957532"/>
            <a:ext cx="2880000" cy="497812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113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B1AF-6558-411B-760C-BED01014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85D3E-8203-01B9-A245-07D8796B1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616C7F4-FA7F-6FCF-234F-1E789EFD1A4A}"/>
              </a:ext>
            </a:extLst>
          </p:cNvPr>
          <p:cNvSpPr/>
          <p:nvPr/>
        </p:nvSpPr>
        <p:spPr>
          <a:xfrm>
            <a:off x="5609880" y="3584520"/>
            <a:ext cx="3780000" cy="54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61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42E8-ABF5-1469-F3ED-D3E1B79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92946-445B-25BC-FD12-C5DC88F8D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2E0B6C2-D123-C0F4-244F-373EE95874FB}"/>
              </a:ext>
            </a:extLst>
          </p:cNvPr>
          <p:cNvSpPr/>
          <p:nvPr/>
        </p:nvSpPr>
        <p:spPr>
          <a:xfrm>
            <a:off x="4803840" y="6283440"/>
            <a:ext cx="2340000" cy="36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709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95B53-5833-3C6C-51CA-CD162C28E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07366"/>
            <a:ext cx="9144000" cy="559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24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536C2-DC2D-FC15-6AC6-F676C889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2096AC-86DE-622A-50CA-DDFD089DD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1B21D55-2B78-B452-2161-85DB2D879A3F}"/>
              </a:ext>
            </a:extLst>
          </p:cNvPr>
          <p:cNvSpPr/>
          <p:nvPr/>
        </p:nvSpPr>
        <p:spPr>
          <a:xfrm>
            <a:off x="3046014" y="451250"/>
            <a:ext cx="1620000" cy="1620000"/>
          </a:xfrm>
          <a:prstGeom prst="ellipse">
            <a:avLst/>
          </a:prstGeom>
          <a:solidFill>
            <a:srgbClr val="008C3A">
              <a:alpha val="5000"/>
            </a:srgbClr>
          </a:solidFill>
          <a:ln w="36000">
            <a:solidFill>
              <a:srgbClr val="008C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C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124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1C009-7462-1A33-ED0E-D9361087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7F9BC-1FAE-2E7E-5CE0-E8339BF7C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35" y="0"/>
            <a:ext cx="91529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37B5D06-98C1-7A1F-4873-46E364599248}"/>
              </a:ext>
            </a:extLst>
          </p:cNvPr>
          <p:cNvSpPr/>
          <p:nvPr/>
        </p:nvSpPr>
        <p:spPr>
          <a:xfrm>
            <a:off x="10025640" y="90360"/>
            <a:ext cx="540000" cy="540000"/>
          </a:xfrm>
          <a:prstGeom prst="ellipse">
            <a:avLst/>
          </a:prstGeom>
          <a:solidFill>
            <a:srgbClr val="E71224">
              <a:alpha val="5000"/>
            </a:srgbClr>
          </a:solidFill>
          <a:ln w="126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4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 Kumar Murugan</dc:creator>
  <cp:lastModifiedBy>Saravana Kumar Murugan</cp:lastModifiedBy>
  <cp:revision>1</cp:revision>
  <dcterms:created xsi:type="dcterms:W3CDTF">2025-11-25T08:21:41Z</dcterms:created>
  <dcterms:modified xsi:type="dcterms:W3CDTF">2025-11-25T08:42:14Z</dcterms:modified>
</cp:coreProperties>
</file>